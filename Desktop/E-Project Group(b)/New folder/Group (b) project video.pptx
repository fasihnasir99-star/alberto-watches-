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4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C74CB-E83F-B0B6-7F4C-EE901C6170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C2F44-5521-84CB-780A-76C5E14C84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A2655-A6A1-7D94-D8A4-EA4187841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9EC01-79CE-49A9-A900-5108CD83E35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A1204-98D3-1CBD-5FCF-0C8522AF6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9A179-35AF-351A-AF15-9799C3F2D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9A66-ECFE-460F-9D99-27ABB494B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843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4F0B7-C677-B0FA-A347-572D238E5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98E8-5EF3-934A-4F5A-25FAB06AA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DEC77-AABC-69CE-125E-4BBA70BA4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9EC01-79CE-49A9-A900-5108CD83E35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552DF-9AC7-2627-7EBC-902909A9D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2D888-8531-014C-9CCE-206944B05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9A66-ECFE-460F-9D99-27ABB494B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293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5EFE0-6CEB-502C-C2B7-61C3B662C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3012A-F4A9-547A-08D7-03CA12BC6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98E10-8555-8359-F813-F51450FD4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9EC01-79CE-49A9-A900-5108CD83E35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0D1EE-91CA-9A05-5A2B-96F38E155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DF9CC-918E-2DE9-5024-994330FEF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9A66-ECFE-460F-9D99-27ABB494B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201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45078-BB9C-44F1-38E6-0C902B858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93BB7-388B-858F-147B-C93D567D05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048DA1-A570-0091-F4A9-AA8CC5A65C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AF0451-EBD4-E0C8-36BC-D655BF7B5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9EC01-79CE-49A9-A900-5108CD83E35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43CAE5-757F-F652-AA77-A5FC9F0FA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3ADB10-2AF6-5AC2-5879-1776C4326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9A66-ECFE-460F-9D99-27ABB494B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670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63A85-4ED7-0075-147E-6A932B2F3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FEAD00-43BF-A9A0-802C-8CAAF25A2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787DD7-0DE8-3913-0829-F9148D0261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36391F-647B-1EF1-6848-EA9261F055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886EC2-44EB-0D72-B781-98F0B8540A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BDCD64-FEB3-6676-8F49-12DF33FC5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9EC01-79CE-49A9-A900-5108CD83E35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8C1CF8-3099-BADE-6198-76C9F0B76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EAC44-4305-94D2-461B-D4F081314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9A66-ECFE-460F-9D99-27ABB494B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032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F9721-CF29-F916-D4C9-175FCC520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C2D9B9-E295-B54E-6399-9B6CE75A8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9EC01-79CE-49A9-A900-5108CD83E35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B87A4E-2E51-1833-68E2-334DB4E76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16C19B-3046-5FB3-E881-5DE5D1288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9A66-ECFE-460F-9D99-27ABB494B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268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FF5395-B681-94D5-1CFB-9EFB93364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9EC01-79CE-49A9-A900-5108CD83E35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24A5B5-DDB7-BA2B-5B08-DB93710C1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AB85F4-4B53-B5BB-668E-0E5878D0A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9A66-ECFE-460F-9D99-27ABB494B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206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79535-5D60-695A-E807-A7159FA6F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4D118-EA87-6EE6-20B7-3F98DF346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AE5A78-F215-1047-0612-7A0487862E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A07DA-60B0-BF6D-55B1-F60F06652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9EC01-79CE-49A9-A900-5108CD83E35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F454DE-B8FA-4816-A914-87DA4411C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38A2C-56C2-8ABC-3C14-323E9DEEE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9A66-ECFE-460F-9D99-27ABB494B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997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0ABA2-D71F-A8DC-073B-D956B992D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FF7486-E4F3-1FC6-50CC-48A2B6D00E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CD7B43-82FF-FB11-7DB5-D957EE7BD9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690BE6-FCCD-C8F0-2753-94E96C0BC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9EC01-79CE-49A9-A900-5108CD83E35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85E8E2-7E12-9EDF-0E74-7054DD79B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3630D-0B84-DE06-7477-462F85438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9A66-ECFE-460F-9D99-27ABB494B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670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6543B-0C6C-3C9E-32CA-B6FE32D73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51D072-4B34-BA06-9296-DC2EE58AB0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25206-C03A-81EC-BA02-DC714F96C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9EC01-79CE-49A9-A900-5108CD83E35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F8549-6776-DACB-B5E3-954D96101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883A9-EBE7-3E1B-2629-2ED3FD00D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9A66-ECFE-460F-9D99-27ABB494B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707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842D76-D136-E0B0-520C-1E7360FCD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000F08-4BDD-4B3E-9E0F-0048CF80BD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9FE1D-2392-502A-9F0C-E33E770DC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9EC01-79CE-49A9-A900-5108CD83E35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B84E9-8751-F72F-42CA-5299B1F51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0929D-8B51-3490-EF2D-5DA089621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49A66-ECFE-460F-9D99-27ABB494B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381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434E11-62C1-4BB2-9694-E6ED5E92A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555FC-053E-23DB-1B54-4C9B5DB11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E097F-0A59-B889-79AD-EB74E7A935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E9EC01-79CE-49A9-A900-5108CD83E35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03348-18C3-65FD-56E7-04EED894FE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0CD2C6-4D69-6BA2-573D-66F9DF9599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549A66-ECFE-460F-9D99-27ABB494B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321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creen Recording 5">
            <a:hlinkClick r:id="" action="ppaction://media"/>
            <a:extLst>
              <a:ext uri="{FF2B5EF4-FFF2-40B4-BE49-F238E27FC236}">
                <a16:creationId xmlns:a16="http://schemas.microsoft.com/office/drawing/2014/main" id="{4AFB801E-1508-99ED-8E69-437EF4F1201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781664"/>
            <a:ext cx="12192000" cy="594523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2DD40C3-9BBE-EA01-FFB4-1862DAB4AAEB}"/>
              </a:ext>
            </a:extLst>
          </p:cNvPr>
          <p:cNvSpPr/>
          <p:nvPr/>
        </p:nvSpPr>
        <p:spPr>
          <a:xfrm>
            <a:off x="3535811" y="0"/>
            <a:ext cx="512037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Alberto Watches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73999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86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asp</dc:creator>
  <cp:lastModifiedBy>asp</cp:lastModifiedBy>
  <cp:revision>1</cp:revision>
  <dcterms:created xsi:type="dcterms:W3CDTF">2026-09-29T11:06:46Z</dcterms:created>
  <dcterms:modified xsi:type="dcterms:W3CDTF">2026-09-29T11:07:13Z</dcterms:modified>
</cp:coreProperties>
</file>